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1A1A"/>
                </a:solidFill>
              </a:rPr>
              <a:t>Agentic AI Checkout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4114800" cy="54864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374151"/>
                </a:solidFill>
              </a:rPr>
              <a:t>The 30-Second E-Commerce Revolution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</a:rPr>
              <a:t>A multi-agent AI system that autonomously finds merchants,
selects products, and completes checkout — transforming
shopping from manual effort to intelligent automation.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120640"/>
            <a:ext cx="2011680" cy="457200"/>
          </a:xfrm>
          <a:prstGeom prst="rect">
            <a:avLst/>
          </a:prstGeom>
          <a:solidFill>
            <a:srgbClr val="E8F8EE"/>
          </a:solidFill>
          <a:ln w="12700">
            <a:solidFill>
              <a:srgbClr val="2DB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138928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8C4E"/>
                </a:solidFill>
              </a:rPr>
              <a:t>EA Mavericks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914400"/>
            <a:ext cx="3200400" cy="50292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1887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8C4E"/>
                </a:solidFill>
              </a:rPr>
              <a:t>🔍  Find Merchants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1691640"/>
            <a:ext cx="2560320" cy="1828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3317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8C4E"/>
                </a:solidFill>
              </a:rPr>
              <a:t>⚖️  Compare &amp; 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2834640"/>
            <a:ext cx="2560320" cy="1828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34747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8C4E"/>
                </a:solidFill>
              </a:rPr>
              <a:t>🎙️  Talk to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3977640"/>
            <a:ext cx="2560320" cy="1828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46177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8C4E"/>
                </a:solidFill>
              </a:rPr>
              <a:t>🔒  Tokenized Pay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Agentic AI Checkout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2560320" cy="411480"/>
          </a:xfrm>
          <a:prstGeom prst="rect">
            <a:avLst/>
          </a:prstGeom>
          <a:solidFill>
            <a:srgbClr val="F3F4F6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Before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2560320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0817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5 minutes and 12 clicks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</a:rP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manual browsing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31720"/>
            <a:ext cx="45720" cy="25603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41148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51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merchant 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17520"/>
            <a:ext cx="45720" cy="25603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291840"/>
            <a:ext cx="41148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product comparison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03320"/>
            <a:ext cx="45720" cy="25603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977640"/>
            <a:ext cx="41148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9776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023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cart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28600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DBF6E"/>
                </a:solidFill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914400"/>
            <a:ext cx="2560320" cy="411480"/>
          </a:xfrm>
          <a:prstGeom prst="rect">
            <a:avLst/>
          </a:prstGeom>
          <a:solidFill>
            <a:srgbClr val="E8F8EE"/>
          </a:solidFill>
          <a:ln w="19050">
            <a:solidFill>
              <a:srgbClr val="2DB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9144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8C4E"/>
                </a:solidFill>
              </a:rPr>
              <a:t>After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1389888"/>
            <a:ext cx="2560320" cy="347472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140817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8C4E"/>
                </a:solidFill>
              </a:rPr>
              <a:t>30 seconds and 2 clicks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4760" y="1920240"/>
            <a:ext cx="411480" cy="411480"/>
          </a:xfrm>
          <a:prstGeom prst="rect">
            <a:avLst/>
          </a:prstGeom>
          <a:solidFill>
            <a:srgbClr val="E8F8EE"/>
          </a:solidFill>
          <a:ln w="12700">
            <a:solidFill>
              <a:srgbClr val="2DB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2191" y="19202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DBF6E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19385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AI agents find merchants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2331720"/>
            <a:ext cx="45720" cy="48463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94760" y="2834640"/>
            <a:ext cx="411480" cy="411480"/>
          </a:xfrm>
          <a:prstGeom prst="rect">
            <a:avLst/>
          </a:prstGeom>
          <a:solidFill>
            <a:srgbClr val="E8F8EE"/>
          </a:solidFill>
          <a:ln w="12700">
            <a:solidFill>
              <a:srgbClr val="2DB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22191" y="28346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DBF6E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28529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select products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77639" y="3246120"/>
            <a:ext cx="45720" cy="48463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94760" y="3749040"/>
            <a:ext cx="411480" cy="411480"/>
          </a:xfrm>
          <a:prstGeom prst="rect">
            <a:avLst/>
          </a:prstGeom>
          <a:solidFill>
            <a:srgbClr val="E8F8EE"/>
          </a:solidFill>
          <a:ln w="12700">
            <a:solidFill>
              <a:srgbClr val="2DB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22191" y="37490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DBF6E"/>
                </a:solidFill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7673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prepare order for
one-click confirmation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822960"/>
            <a:ext cx="53492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0" y="9144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Cart Pilot: The 30-Second
E-Commerce Revolution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196596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A multi-agent AI system that autonomously finds merchants, selects
products, and prepares orders — transforming online shopping from
manual labour to intelligent automation.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0632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</a:rPr>
              <a:t>Manual friction destroys conversion rates and user patience. E-commerce
remains a labour-intensive chore — and that is the problem Cart Pilot
was built to solve.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0" y="4069080"/>
            <a:ext cx="5029200" cy="10515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B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8C4E"/>
                </a:solidFill>
              </a:rPr>
              <a:t>✓  Cart Pilot doesn't just speed up shopping — it redefines 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5537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From 5 minutes to 30 seconds. From 12 clicks to 2.
The future of e-commerce is autonomous.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943600"/>
            <a:ext cx="3657600" cy="1828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989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→  Find Merchants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355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Agents scan and identify
the best sources instantly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0" y="5943600"/>
            <a:ext cx="3657600" cy="1828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97680" y="5989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→  Select Products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6355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Smart comparison based
on your intent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5943600"/>
            <a:ext cx="3657600" cy="1828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5989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→  One-Click Confirmation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6355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Orders prepared and
ready for instant approval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1828800" cy="32004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83464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KEY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A1A1A"/>
                </a:solidFill>
              </a:rPr>
              <a:t>Talk to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8C4E"/>
                </a:solidFill>
              </a:rPr>
              <a:t>Hands-Free Ordering — Just Speak, We Handle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402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</a:rPr>
              <a:t>No browsing. No searching. No checkout forms.
Simply tell the AI what you want — it finds the best merchant, compares options,
checks your budget rules, and completes payment. All in under 30 seconds.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429000"/>
            <a:ext cx="5943600" cy="26517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930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4151"/>
                </a:solidFill>
              </a:rPr>
              <a:t>Live Demo Conversation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</a:rPr>
              <a:t>🧑  You: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I have a serious coffee craving. Find me the best place on my way home.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6110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</a:rPr>
              <a:t>🤖 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2611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8C4E"/>
                </a:solidFill>
              </a:rPr>
              <a:t>Found 3 coffee shops on your route. Starbucks (0.1 mi) · Tower Cafe (0.3 mi) · Peet's (0.5 mi). Which would you like?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902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</a:rPr>
              <a:t>🧑  You: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5902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Starbucks.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194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</a:rPr>
              <a:t>🤖  AI: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194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8C4E"/>
                </a:solidFill>
              </a:rPr>
              <a:t>Adding a Medium Latte — $5.75. Paying via your saved card. Shall I place the order?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486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</a:rPr>
              <a:t>🧑  You: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248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Yes.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77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</a:rPr>
              <a:t>🤖  AI: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577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BF6E"/>
                </a:solidFill>
              </a:rPr>
              <a:t>✓ Order confirmed! Loyalty points earned. Ready in ~5 mins.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822960"/>
            <a:ext cx="5212080" cy="521208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9144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What happened in the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1600200"/>
            <a:ext cx="411480" cy="41148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1600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Shopping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198424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Scanned every nearby merchant
catalog for coffee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2606040"/>
            <a:ext cx="411480" cy="41148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2606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26060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Comparison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99008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Ranked by route proximity,
rating, and price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611880"/>
            <a:ext cx="411480" cy="41148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6118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Rules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959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Checked your spending limits
before showing options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4617720"/>
            <a:ext cx="411480" cy="41148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4617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6177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Checkout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0017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Generated a tokenized payment
token on approval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</a:rPr>
              <a:t>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</a:rPr>
              <a:t>Four specialized AI agents working in concert to deliver a seamless checkout experience.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2743200" cy="438912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8C4E"/>
                </a:solidFill>
              </a:rPr>
              <a:t>Shopping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2377440" cy="36576"/>
          </a:xfrm>
          <a:prstGeom prst="rect">
            <a:avLst/>
          </a:prstGeom>
          <a:solidFill>
            <a:srgbClr val="1A8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423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Scans every onboarded merchant
catalog in real time. Surfaces
relevant items based on your request,
location, and preferences.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554480"/>
            <a:ext cx="2743200" cy="4389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91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Comparison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926080"/>
            <a:ext cx="237744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063240"/>
            <a:ext cx="2423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Ranks results by price, distance,
rating, and merchant reputation.
Presents the top options with full
transparency.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2743200" cy="438912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691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3774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2610B"/>
                </a:solidFill>
              </a:rPr>
              <a:t>Rules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926080"/>
            <a:ext cx="2377440" cy="36576"/>
          </a:xfrm>
          <a:prstGeom prst="rect">
            <a:avLst/>
          </a:prstGeom>
          <a:solidFill>
            <a:srgbClr val="C261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63240"/>
            <a:ext cx="2423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Validates every transaction against
your spending rules — monthly budget,
category limits, and approval thresholds
— before any option is shown.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554480"/>
            <a:ext cx="2743200" cy="43891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691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3774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6197A"/>
                </a:solidFill>
              </a:rPr>
              <a:t>Checkout 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2926080"/>
            <a:ext cx="2377440" cy="36576"/>
          </a:xfrm>
          <a:prstGeom prst="rect">
            <a:avLst/>
          </a:prstGeom>
          <a:solidFill>
            <a:srgbClr val="861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3063240"/>
            <a:ext cx="2423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Generates a single-use tokenized
payment credential. Your real card
number is never exposed to the
merchant.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194560" cy="32004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83464"/>
            <a:ext cx="2103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</a:rPr>
              <a:t>Tokenized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8C4E"/>
                </a:solidFill>
              </a:rPr>
              <a:t>Your real card number is never shared with any merchant.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731520" cy="73152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1546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4151"/>
                </a:solidFill>
              </a:rPr>
              <a:t>Customer
Approves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0332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You confirm
the purchase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3774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731520" cy="73152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1546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4151"/>
                </a:solidFill>
              </a:rPr>
              <a:t>Token
Generated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70332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A one-time token
is created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286000"/>
            <a:ext cx="731520" cy="73152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1546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4151"/>
                </a:solidFill>
              </a:rPr>
              <a:t>Token
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70332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Only token goes
to merchant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3774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2286000"/>
            <a:ext cx="731520" cy="73152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1546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4151"/>
                </a:solidFill>
              </a:rPr>
              <a:t>Payment
Completed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70332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Token expires
immediately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3774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DBF6E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286000"/>
            <a:ext cx="731520" cy="73152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1546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4151"/>
                </a:solidFill>
              </a:rPr>
              <a:t>Receipt +
Rewards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70332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Customer gets
confirmation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389120"/>
            <a:ext cx="11430000" cy="192024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480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8C4E"/>
                </a:solidFill>
              </a:rPr>
              <a:t>Why This Matters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983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✓  Zero merchant card exposure — eliminates card-skimming 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983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✓  Single-use token expires the moment payment is 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406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✓  Even in a data breach, the token is worthless to attackers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4406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✓  Full PCI-compliant flow — customer card details never transit merchant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</a:rPr>
              <a:t>Loyalty Rewards  &amp;  Merchant Console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394960" cy="50292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8C4E"/>
                </a:solidFill>
              </a:rPr>
              <a:t>🎁  Loyalty Rewards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</a:rPr>
              <a:t>Every transaction automatically earns points.
No sign-up forms. No manual redemption.
The AI handles it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146304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$1 spent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9077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= 1 loyalty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29000"/>
            <a:ext cx="146304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Points visible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5021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instantly after order confirmation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146304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Auto-applied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096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on next eligible purchase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17720"/>
            <a:ext cx="146304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617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 expiry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690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points never expire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005840"/>
            <a:ext cx="5669280" cy="5029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74151"/>
                </a:solidFill>
              </a:rPr>
              <a:t>🖥️  Merchant Console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</a:rPr>
              <a:t>Real-time order visibility for every onboarded merchant.
No separate POS system needed.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560320"/>
            <a:ext cx="411480" cy="411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60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2560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4151"/>
                </a:solidFill>
              </a:rPr>
              <a:t>New Order Arrives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9077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Instant notification with full order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273552"/>
            <a:ext cx="411480" cy="411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2735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327355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4151"/>
                </a:solidFill>
              </a:rPr>
              <a:t>Start Preparing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362102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One click to accept and begin preparation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986784"/>
            <a:ext cx="411480" cy="411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86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98678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4151"/>
                </a:solidFill>
              </a:rPr>
              <a:t>Mark 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33425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Status updates pushed to customer in real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700016"/>
            <a:ext cx="411480" cy="411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7000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700016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4151"/>
                </a:solidFill>
              </a:rPr>
              <a:t>Delivered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504748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Order closed — payment already settled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1A1A"/>
                </a:solidFill>
              </a:rPr>
              <a:t>The Future of Commerce
Is Autonomous.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4572000" cy="54864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74151"/>
                </a:solidFill>
              </a:rPr>
              <a:t>Cart Pilot delivers a complete end-to-end agentic shopping experience —
from spoken intent to confirmed order — in under 30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</a:rPr>
              <a:t>🎙️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Hands-Free Ordering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186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Just talk — AI handles everything from search to payment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834640"/>
            <a:ext cx="45720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</a:rPr>
              <a:t>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834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Intelligent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2186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Agents find the best local merchants and products instantly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Spend Rule Enforcement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2245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Budget and category limits checked before any transaction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45720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</a:rPr>
              <a:t>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Tokenized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2245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One-use tokens keep your card details 100% private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</a:rPr>
              <a:t>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Automatic Loyalty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2303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Points earned and applied without any manual effort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846320"/>
            <a:ext cx="457200" cy="45720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</a:rPr>
              <a:t>🖥️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4E"/>
                </a:solidFill>
              </a:rPr>
              <a:t>Merchant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2303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Real-time order management for every onboarded merchant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From intent to checkout in 30 seconds.  No multiple apps.  No friction.  Just AI.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D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